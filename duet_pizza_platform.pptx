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1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8281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2926080" cy="2926080"/>
          </a:xfrm>
          <a:prstGeom prst="ellipse">
            <a:avLst/>
          </a:prstGeom>
          <a:solidFill>
            <a:srgbClr val="0F3460">
              <a:alpha val="40000"/>
            </a:srgbClr>
          </a:solidFill>
          <a:ln w="12700">
            <a:solidFill>
              <a:srgbClr val="0F346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182880"/>
            <a:ext cx="2011680" cy="2011680"/>
          </a:xfrm>
          <a:prstGeom prst="ellipse">
            <a:avLst/>
          </a:prstGeom>
          <a:solidFill>
            <a:srgbClr val="E94560">
              <a:alpha val="25000"/>
            </a:srgbClr>
          </a:solidFill>
          <a:ln w="12700">
            <a:solidFill>
              <a:srgbClr val="E94560">
                <a:alpha val="25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008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658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Dawood University of Engineering &amp; Technology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0040" y="141732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Intelligence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320040" y="224028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320040" y="30632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Analytics Dashboard for Pizza Business Operations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0040" y="3520440"/>
            <a:ext cx="411480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3703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 Shahrukh  —  24F-CS-027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040" y="39593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Sufyaan Malik  —  24F-CS-023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0040" y="42153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Saim Kamaal  —  24F-CS-009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0040" y="44714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Ubaid e Raza  —  24F-CS-001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20040" y="3566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Group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54864" cy="10515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97280"/>
            <a:ext cx="54864" cy="10515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1887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83280" y="15727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97280"/>
            <a:ext cx="54864" cy="10515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1887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55080" y="15727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Dashboard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33172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31720"/>
            <a:ext cx="54864" cy="10515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4231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11480" y="280720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46120" y="233172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331720"/>
            <a:ext cx="54864" cy="10515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4231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383280" y="280720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Clustering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233172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2331720"/>
            <a:ext cx="54864" cy="10515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24231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355080" y="280720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356616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566160"/>
            <a:ext cx="54864" cy="10515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657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11480" y="404164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&amp; Ingredients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46120" y="356616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46120" y="3566160"/>
            <a:ext cx="54864" cy="10515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3657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383280" y="404164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17920" y="356616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3566160"/>
            <a:ext cx="54864" cy="10515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3657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355080" y="404164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Pizza Intelligence Platform?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5303520" cy="347472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businesses struggle to identify unusual order patterns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67128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customer analysis is time-consuming and error-prone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42616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spikes cause inventory shortages or waste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18104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Cross-selling opportunities are missed without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749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40416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Streamlit-based ML analytics platform that automates insights for pizza businesses using 21,000+ real orders.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97880" y="1115568"/>
            <a:ext cx="2926080" cy="100584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1115568"/>
            <a:ext cx="54864" cy="10058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1704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21,350+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035040" y="1627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97880" y="2304288"/>
            <a:ext cx="2926080" cy="100584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97880" y="2304288"/>
            <a:ext cx="54864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359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035040" y="28163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Types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97880" y="3493008"/>
            <a:ext cx="2926080" cy="100584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3493008"/>
            <a:ext cx="54864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35478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035040" y="40050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Modules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297680" y="1828800"/>
            <a:ext cx="548640" cy="3200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0" y="18562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51560"/>
            <a:ext cx="54864" cy="77724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247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1143000"/>
            <a:ext cx="1417320" cy="594360"/>
          </a:xfrm>
          <a:prstGeom prst="rect">
            <a:avLst/>
          </a:prstGeom>
          <a:solidFill>
            <a:srgbClr val="3498DB">
              <a:alpha val="12000"/>
            </a:srgbClr>
          </a:solidFill>
          <a:ln w="12700">
            <a:solidFill>
              <a:srgbClr val="3498DB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143000"/>
            <a:ext cx="1325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orders.csv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77640" y="1143000"/>
            <a:ext cx="1417320" cy="594360"/>
          </a:xfrm>
          <a:prstGeom prst="rect">
            <a:avLst/>
          </a:prstGeom>
          <a:solidFill>
            <a:srgbClr val="3498DB">
              <a:alpha val="12000"/>
            </a:srgbClr>
          </a:solidFill>
          <a:ln w="12700">
            <a:solidFill>
              <a:srgbClr val="3498DB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143000"/>
            <a:ext cx="1325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order_details.csv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32120" y="1143000"/>
            <a:ext cx="1417320" cy="594360"/>
          </a:xfrm>
          <a:prstGeom prst="rect">
            <a:avLst/>
          </a:prstGeom>
          <a:solidFill>
            <a:srgbClr val="3498DB">
              <a:alpha val="12000"/>
            </a:srgbClr>
          </a:solidFill>
          <a:ln w="12700">
            <a:solidFill>
              <a:srgbClr val="3498DB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143000"/>
            <a:ext cx="1325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pizzas.csv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86600" y="1143000"/>
            <a:ext cx="1417320" cy="594360"/>
          </a:xfrm>
          <a:prstGeom prst="rect">
            <a:avLst/>
          </a:prstGeom>
          <a:solidFill>
            <a:srgbClr val="3498DB">
              <a:alpha val="12000"/>
            </a:srgbClr>
          </a:solidFill>
          <a:ln w="12700">
            <a:solidFill>
              <a:srgbClr val="3498DB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1143000"/>
            <a:ext cx="1325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pizza_types.csv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0" y="2926080"/>
            <a:ext cx="548640" cy="3200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2953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14884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148840"/>
            <a:ext cx="54864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221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23160" y="2240280"/>
            <a:ext cx="1417320" cy="594360"/>
          </a:xfrm>
          <a:prstGeom prst="rect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2240280"/>
            <a:ext cx="1325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@st.cache_data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977640" y="2240280"/>
            <a:ext cx="1417320" cy="594360"/>
          </a:xfrm>
          <a:prstGeom prst="rect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2240280"/>
            <a:ext cx="1325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Merge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32120" y="2240280"/>
            <a:ext cx="1417320" cy="594360"/>
          </a:xfrm>
          <a:prstGeom prst="rect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2240280"/>
            <a:ext cx="1325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Filtering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86600" y="2240280"/>
            <a:ext cx="1417320" cy="594360"/>
          </a:xfrm>
          <a:prstGeom prst="rect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2240280"/>
            <a:ext cx="1325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97680" y="4023360"/>
            <a:ext cx="548640" cy="3200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0" y="4050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324612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246120"/>
            <a:ext cx="54864" cy="7772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319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LAYER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423160" y="3337560"/>
            <a:ext cx="1417320" cy="594360"/>
          </a:xfrm>
          <a:prstGeom prst="rect">
            <a:avLst/>
          </a:prstGeom>
          <a:solidFill>
            <a:srgbClr val="E94560">
              <a:alpha val="12000"/>
            </a:srgbClr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68880" y="3337560"/>
            <a:ext cx="1325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977640" y="3337560"/>
            <a:ext cx="1417320" cy="594360"/>
          </a:xfrm>
          <a:prstGeom prst="rect">
            <a:avLst/>
          </a:prstGeom>
          <a:solidFill>
            <a:srgbClr val="E94560">
              <a:alpha val="12000"/>
            </a:srgbClr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3337560"/>
            <a:ext cx="1325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+ PCA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532120" y="3337560"/>
            <a:ext cx="1417320" cy="594360"/>
          </a:xfrm>
          <a:prstGeom prst="rect">
            <a:avLst/>
          </a:prstGeom>
          <a:solidFill>
            <a:srgbClr val="E94560">
              <a:alpha val="12000"/>
            </a:srgbClr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0" y="3337560"/>
            <a:ext cx="1325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86600" y="3337560"/>
            <a:ext cx="1417320" cy="594360"/>
          </a:xfrm>
          <a:prstGeom prst="rect">
            <a:avLst/>
          </a:prstGeom>
          <a:solidFill>
            <a:srgbClr val="E94560">
              <a:alpha val="12000"/>
            </a:srgbClr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0" y="3337560"/>
            <a:ext cx="1325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Co-occurrence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25196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4251960"/>
            <a:ext cx="54864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43251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423160" y="4343400"/>
            <a:ext cx="1417320" cy="594360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68880" y="4343400"/>
            <a:ext cx="1325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977640" y="4343400"/>
            <a:ext cx="1417320" cy="594360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23360" y="4343400"/>
            <a:ext cx="1325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Charts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532120" y="4343400"/>
            <a:ext cx="1417320" cy="594360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77840" y="4343400"/>
            <a:ext cx="1325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86600" y="4343400"/>
            <a:ext cx="1417320" cy="594360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32320" y="4343400"/>
            <a:ext cx="1325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Dashboard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70408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business performance at a glance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28600" y="1051560"/>
            <a:ext cx="2057400" cy="91440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1051560"/>
            <a:ext cx="2057400" cy="7315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1887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21,350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2004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41448" y="1051560"/>
            <a:ext cx="2057400" cy="91440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41448" y="1051560"/>
            <a:ext cx="20574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32888" y="11887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$817K+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2532888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54296" y="1051560"/>
            <a:ext cx="2057400" cy="91440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54296" y="1051560"/>
            <a:ext cx="20574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45736" y="11887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49,574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4745736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67144" y="1051560"/>
            <a:ext cx="2057400" cy="91440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67144" y="1051560"/>
            <a:ext cx="20574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58584" y="11887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6958584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Varieties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28600" y="2103120"/>
            <a:ext cx="4251960" cy="114300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4028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6968" y="22128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886968" y="2560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Best-performing pizzas ranked by revenue and units sold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690872" y="2103120"/>
            <a:ext cx="4251960" cy="114300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240280"/>
            <a:ext cx="411480" cy="4114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349240" y="22128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Trends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5349240" y="2560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patterns across weeks to spot seasonal shifts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228600" y="3429000"/>
            <a:ext cx="4251960" cy="114300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566160"/>
            <a:ext cx="411480" cy="4114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86968" y="35387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Distribution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886968" y="3886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 analysis for staffing and inventory planning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690872" y="3429000"/>
            <a:ext cx="4251960" cy="114300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566160"/>
            <a:ext cx="411480" cy="41148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349240" y="35387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Filtering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5349240" y="3886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controls to slice data by any date range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" y="10058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1005840"/>
            <a:ext cx="54864" cy="3840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0972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Algorithm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65760" y="1572768"/>
            <a:ext cx="3749040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60934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508760" y="16093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outlier detection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2176272"/>
            <a:ext cx="3749040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21284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508760" y="2212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Hour, Minute, Day, Month, Weekend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2779776"/>
            <a:ext cx="3749040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28163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508760" y="28163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1%–20% contamination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5760" y="3383280"/>
            <a:ext cx="3749040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341985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508760" y="341985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(1) vs Anomaly (-1)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65760" y="3986784"/>
            <a:ext cx="3749040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4023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508760" y="4023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~500ms training time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617720" y="1005840"/>
            <a:ext cx="4297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00600" y="1097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754880" y="1536192"/>
            <a:ext cx="397764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257800" y="15819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Demand Spikes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257800" y="181051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unusual surges from events, promotions, or external factors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754880" y="2340864"/>
            <a:ext cx="397764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257800" y="238658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Issues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257800" y="261518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outages or system errors through sudden drops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754880" y="3145536"/>
            <a:ext cx="397764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257800" y="319125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257800" y="341985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drives outliers for informed decisions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754880" y="3950208"/>
            <a:ext cx="397764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257800" y="39959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Reports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257800" y="422452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anomaly list with export to CSV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Clustering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70408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segmentation to understand your customer base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04088" y="1005840"/>
            <a:ext cx="658368" cy="658368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1005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10896" y="1709928"/>
            <a:ext cx="1508760" cy="73152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0896" y="1755648"/>
            <a:ext cx="15087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10896" y="2148840"/>
            <a:ext cx="1508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categories &amp; sizes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865376" y="1234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487168" y="1005840"/>
            <a:ext cx="658368" cy="658368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87168" y="1005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2093976" y="1709928"/>
            <a:ext cx="1508760" cy="73152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93976" y="1755648"/>
            <a:ext cx="15087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093976" y="2148840"/>
            <a:ext cx="1508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features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648456" y="1234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270248" y="1005840"/>
            <a:ext cx="658368" cy="658368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70248" y="1005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3877056" y="1709928"/>
            <a:ext cx="1508760" cy="73152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77056" y="1755648"/>
            <a:ext cx="15087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877056" y="2148840"/>
            <a:ext cx="1508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K selection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431536" y="1234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053328" y="1005840"/>
            <a:ext cx="658368" cy="658368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53328" y="1005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660136" y="1709928"/>
            <a:ext cx="1508760" cy="73152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0136" y="1755648"/>
            <a:ext cx="15087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(2-7 clusters)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660136" y="2148840"/>
            <a:ext cx="1508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214616" y="1234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836408" y="1005840"/>
            <a:ext cx="658368" cy="658368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36408" y="1005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7443216" y="1709928"/>
            <a:ext cx="1508760" cy="73152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443216" y="1755648"/>
            <a:ext cx="15087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443216" y="2148840"/>
            <a:ext cx="1508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scatter plot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28600" y="2651760"/>
            <a:ext cx="4251960" cy="91440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28600" y="2651760"/>
            <a:ext cx="54864" cy="91440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11480" y="2743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Profiles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411480" y="305409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cluster reveals distinct pizza preferences — size, category, frequency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690872" y="2651760"/>
            <a:ext cx="4251960" cy="91440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690872" y="2651760"/>
            <a:ext cx="54864" cy="9144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73752" y="2743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Visualization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4873752" y="305409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scatter reduces complexity while preserving 60–80% of variance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228600" y="3749040"/>
            <a:ext cx="4251960" cy="91440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28600" y="3749040"/>
            <a:ext cx="54864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11480" y="3840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Use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411480" y="41513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high-value segments with personalized offers and promotions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4690872" y="3749040"/>
            <a:ext cx="4251960" cy="91440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690872" y="3749040"/>
            <a:ext cx="54864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873752" y="3840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K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4873752" y="41513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control (2–7 clusters) lets you fine-tune segmentation granularity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" y="1005840"/>
            <a:ext cx="47548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1005840"/>
            <a:ext cx="54864" cy="3794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097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Model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11480" y="15087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order volume for the next 24 hours using lag-based temporal features with L2 regularization.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2148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Forecast Preview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" y="4178808"/>
            <a:ext cx="155448" cy="210312"/>
          </a:xfrm>
          <a:prstGeom prst="rect">
            <a:avLst/>
          </a:prstGeom>
          <a:solidFill>
            <a:srgbClr val="3498DB">
              <a:alpha val="70000"/>
            </a:srgbClr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" y="4038600"/>
            <a:ext cx="155448" cy="350520"/>
          </a:xfrm>
          <a:prstGeom prst="rect">
            <a:avLst/>
          </a:prstGeom>
          <a:solidFill>
            <a:srgbClr val="3498DB">
              <a:alpha val="70000"/>
            </a:srgbClr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8952" y="3828288"/>
            <a:ext cx="155448" cy="560832"/>
          </a:xfrm>
          <a:prstGeom prst="rect">
            <a:avLst/>
          </a:prstGeom>
          <a:solidFill>
            <a:srgbClr val="3498DB">
              <a:alpha val="70000"/>
            </a:srgbClr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32688" y="3547872"/>
            <a:ext cx="155448" cy="841248"/>
          </a:xfrm>
          <a:prstGeom prst="rect">
            <a:avLst/>
          </a:prstGeom>
          <a:solidFill>
            <a:srgbClr val="3498DB">
              <a:alpha val="70000"/>
            </a:srgbClr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6424" y="3337560"/>
            <a:ext cx="155448" cy="1051560"/>
          </a:xfrm>
          <a:prstGeom prst="rect">
            <a:avLst/>
          </a:prstGeom>
          <a:solidFill>
            <a:srgbClr val="3498DB">
              <a:alpha val="70000"/>
            </a:srgbClr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280160" y="3127248"/>
            <a:ext cx="155448" cy="1261872"/>
          </a:xfrm>
          <a:prstGeom prst="rect">
            <a:avLst/>
          </a:prstGeom>
          <a:solidFill>
            <a:srgbClr val="3498DB">
              <a:alpha val="70000"/>
            </a:srgbClr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53896" y="2846832"/>
            <a:ext cx="155448" cy="1542288"/>
          </a:xfrm>
          <a:prstGeom prst="rect">
            <a:avLst/>
          </a:prstGeom>
          <a:solidFill>
            <a:srgbClr val="3498DB">
              <a:alpha val="70000"/>
            </a:srgbClr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627632" y="2636520"/>
            <a:ext cx="155448" cy="1752600"/>
          </a:xfrm>
          <a:prstGeom prst="rect">
            <a:avLst/>
          </a:prstGeom>
          <a:solidFill>
            <a:srgbClr val="3498DB">
              <a:alpha val="70000"/>
            </a:srgbClr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01368" y="2426208"/>
            <a:ext cx="155448" cy="1962912"/>
          </a:xfrm>
          <a:prstGeom prst="rect">
            <a:avLst/>
          </a:prstGeom>
          <a:solidFill>
            <a:srgbClr val="3498DB">
              <a:alpha val="70000"/>
            </a:srgbClr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975104" y="2636520"/>
            <a:ext cx="155448" cy="1752600"/>
          </a:xfrm>
          <a:prstGeom prst="rect">
            <a:avLst/>
          </a:prstGeom>
          <a:solidFill>
            <a:srgbClr val="3498DB">
              <a:alpha val="70000"/>
            </a:srgbClr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148840" y="2987040"/>
            <a:ext cx="155448" cy="1402080"/>
          </a:xfrm>
          <a:prstGeom prst="rect">
            <a:avLst/>
          </a:prstGeom>
          <a:solidFill>
            <a:srgbClr val="3498DB">
              <a:alpha val="70000"/>
            </a:srgbClr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322576" y="3267456"/>
            <a:ext cx="155448" cy="1121664"/>
          </a:xfrm>
          <a:prstGeom prst="rect">
            <a:avLst/>
          </a:prstGeom>
          <a:solidFill>
            <a:srgbClr val="3498DB">
              <a:alpha val="70000"/>
            </a:srgbClr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96312" y="3407664"/>
            <a:ext cx="155448" cy="981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670048" y="3547872"/>
            <a:ext cx="155448" cy="8412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843784" y="3337560"/>
            <a:ext cx="155448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017520" y="3127248"/>
            <a:ext cx="155448" cy="12618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191256" y="2846832"/>
            <a:ext cx="155448" cy="15422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364992" y="2426208"/>
            <a:ext cx="155448" cy="19629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38728" y="2286000"/>
            <a:ext cx="155448" cy="2103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712464" y="2636520"/>
            <a:ext cx="155448" cy="1752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886200" y="3127248"/>
            <a:ext cx="155448" cy="12618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059936" y="3547872"/>
            <a:ext cx="155448" cy="8412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233672" y="3828288"/>
            <a:ext cx="155448" cy="5608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407408" y="4038600"/>
            <a:ext cx="155448" cy="350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1480" y="4389120"/>
            <a:ext cx="420624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11480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12h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2377440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12h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212080" y="1005840"/>
            <a:ext cx="37033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394960" y="109728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Parameters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5349240" y="1572768"/>
            <a:ext cx="33832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68112" y="16184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Features: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858000" y="16184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hourly lags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349240" y="2139696"/>
            <a:ext cx="33832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468112" y="21854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Temporal: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6858000" y="21854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+ Day-of-week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5349240" y="2706624"/>
            <a:ext cx="33832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468112" y="27523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(L2):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6858000" y="27523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regularization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5349240" y="3273552"/>
            <a:ext cx="33832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468112" y="33192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Data: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6858000" y="33192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historical orders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5349240" y="3840480"/>
            <a:ext cx="33832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468112" y="3886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6858000" y="38862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&amp; inventory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5349240" y="4251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Peak hour identification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Plan deliveries in advance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Reduce waste and shortages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&amp; Ingredient Insights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22960" y="70408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recommendations and supply chain intelligence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28600" y="1024128"/>
            <a:ext cx="4251960" cy="374904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1024128"/>
            <a:ext cx="425196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1556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111556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Recommendations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365760" y="1591056"/>
            <a:ext cx="3931920" cy="475488"/>
          </a:xfrm>
          <a:prstGeom prst="rect">
            <a:avLst/>
          </a:prstGeom>
          <a:solidFill>
            <a:srgbClr val="1A1A2E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BBQ Chicken + Veggie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063240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1,243 co-orders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2157984"/>
            <a:ext cx="3931920" cy="475488"/>
          </a:xfrm>
          <a:prstGeom prst="rect">
            <a:avLst/>
          </a:prstGeom>
          <a:solidFill>
            <a:srgbClr val="1A1A2E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2920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Margherita + Pepperoni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063240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987 co-orders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5760" y="2724912"/>
            <a:ext cx="3931920" cy="475488"/>
          </a:xfrm>
          <a:prstGeom prst="rect">
            <a:avLst/>
          </a:prstGeom>
          <a:solidFill>
            <a:srgbClr val="1A1A2E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" y="27797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+ Hawaiian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063240" y="27797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856 co-orders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65760" y="3337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65760" y="36576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Co-occurrence matrix built from order history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65760" y="399592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pizza to get personalized suggestions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65760" y="4334256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Frequency-ranked product pairs drive bundling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663440" y="1024128"/>
            <a:ext cx="4251960" cy="374904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663440" y="1024128"/>
            <a:ext cx="425196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15568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239512" y="111556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Analytics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4800600" y="15910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Tomatoes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400800" y="1627632"/>
            <a:ext cx="1463040" cy="182880"/>
          </a:xfrm>
          <a:prstGeom prst="rect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400800" y="1627632"/>
            <a:ext cx="1345997" cy="182880"/>
          </a:xfrm>
          <a:prstGeom prst="rect">
            <a:avLst/>
          </a:prstGeom>
          <a:solidFill>
            <a:srgbClr val="27AE60">
              <a:alpha val="8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909560" y="159105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4800600" y="21214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Mozzarella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400800" y="2157984"/>
            <a:ext cx="1463040" cy="182880"/>
          </a:xfrm>
          <a:prstGeom prst="rect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400800" y="2157984"/>
            <a:ext cx="1287475" cy="182880"/>
          </a:xfrm>
          <a:prstGeom prst="rect">
            <a:avLst/>
          </a:prstGeom>
          <a:solidFill>
            <a:srgbClr val="27AE60">
              <a:alpha val="8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7909560" y="212140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4800600" y="2651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Garlic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6400800" y="2688336"/>
            <a:ext cx="1463040" cy="182880"/>
          </a:xfrm>
          <a:prstGeom prst="rect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400800" y="2688336"/>
            <a:ext cx="1097280" cy="182880"/>
          </a:xfrm>
          <a:prstGeom prst="rect">
            <a:avLst/>
          </a:prstGeom>
          <a:solidFill>
            <a:srgbClr val="27AE60">
              <a:alpha val="8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7909560" y="26517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4800600" y="31821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Peppers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6400800" y="3218688"/>
            <a:ext cx="1463040" cy="182880"/>
          </a:xfrm>
          <a:prstGeom prst="rect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6400800" y="3218688"/>
            <a:ext cx="994867" cy="182880"/>
          </a:xfrm>
          <a:prstGeom prst="rect">
            <a:avLst/>
          </a:prstGeom>
          <a:solidFill>
            <a:srgbClr val="27AE60">
              <a:alpha val="8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7909560" y="318211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4800600" y="37124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Mushrooms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6400800" y="3749040"/>
            <a:ext cx="1463040" cy="182880"/>
          </a:xfrm>
          <a:prstGeom prst="rect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6400800" y="3749040"/>
            <a:ext cx="804672" cy="182880"/>
          </a:xfrm>
          <a:prstGeom prst="rect">
            <a:avLst/>
          </a:prstGeom>
          <a:solidFill>
            <a:srgbClr val="27AE60">
              <a:alpha val="8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7909560" y="371246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100" dirty="0"/>
          </a:p>
        </p:txBody>
      </p:sp>
      <p:sp>
        <p:nvSpPr>
          <p:cNvPr id="47" name="Text 42"/>
          <p:cNvSpPr/>
          <p:nvPr/>
        </p:nvSpPr>
        <p:spPr>
          <a:xfrm>
            <a:off x="4800600" y="42976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00" dirty="0"/>
          </a:p>
        </p:txBody>
      </p:sp>
      <p:sp>
        <p:nvSpPr>
          <p:cNvPr id="48" name="Text 43"/>
          <p:cNvSpPr/>
          <p:nvPr/>
        </p:nvSpPr>
        <p:spPr>
          <a:xfrm>
            <a:off x="4800600" y="457200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top 15 ingredients · Optimize procurement · Reduce waste · Align with popular demand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788920" cy="54864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143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3.8+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1444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55648"/>
            <a:ext cx="24688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4708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logic, data processing, and ML model integration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72968" y="100584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005840"/>
            <a:ext cx="278892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1143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86200" y="1444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10128" y="1755648"/>
            <a:ext cx="24688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184708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UI with tabs, sidebars, sliders, and file download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17336" y="100584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17336" y="1005840"/>
            <a:ext cx="27889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0568" y="1143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30568" y="1444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54496" y="1755648"/>
            <a:ext cx="24688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184708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loading, merging 4 tables, date/time filtering &amp; aggregation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2944368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2944368"/>
            <a:ext cx="278892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1832" y="3081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41832" y="3383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694176"/>
            <a:ext cx="24688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78561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· K-Means · PCA · Ridge Regression · StandardScaler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72968" y="2944368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72968" y="2944368"/>
            <a:ext cx="2788920" cy="54864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86200" y="3081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886200" y="3383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10128" y="3694176"/>
            <a:ext cx="24688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10128" y="378561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 — bar, line, scatter, stacked with hover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17336" y="2944368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17336" y="2944368"/>
            <a:ext cx="278892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30568" y="3081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830568" y="3383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54496" y="3694176"/>
            <a:ext cx="24688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54496" y="378561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operations for lag features and statistical computations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70408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Pizza Intelligence Platform delivers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28600" y="1051560"/>
            <a:ext cx="2057400" cy="123444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1051560"/>
            <a:ext cx="2057400" cy="6400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1704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~100ms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32004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Load Time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18562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first run with @st.cache_data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41448" y="1051560"/>
            <a:ext cx="2057400" cy="123444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41448" y="1051560"/>
            <a:ext cx="205740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32888" y="11704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60–80%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2532888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Variance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532888" y="18562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by 2 components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54296" y="1051560"/>
            <a:ext cx="2057400" cy="123444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54296" y="1051560"/>
            <a:ext cx="20574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45736" y="11704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&lt;200MB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4745736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45736" y="18562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in-memory processing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867144" y="1051560"/>
            <a:ext cx="2057400" cy="123444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67144" y="1051560"/>
            <a:ext cx="2057400" cy="640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58584" y="11704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Tabs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6958584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Modules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958584" y="18562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full business cycle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28600" y="2423160"/>
            <a:ext cx="4251960" cy="100584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50392" y="25146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ML Pipeline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50392" y="280720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model training — all models fit and predict on each page load with fresh data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690872" y="2423160"/>
            <a:ext cx="4251960" cy="100584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28032" y="2532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312664" y="25146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Business Data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312664" y="280720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21,350 real orders across 2015, enabling authentic pattern recognition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28600" y="3611880"/>
            <a:ext cx="4251960" cy="100584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5760" y="3721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850392" y="37033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50392" y="399592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ties directly to a business decision — staffing, inventory, marketing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690872" y="3611880"/>
            <a:ext cx="4251960" cy="1005840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28032" y="3721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5312664" y="37033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Ready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5312664" y="399592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CSV report generation for stakeholder sharing and BI tool import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0F3460">
              <a:alpha val="35000"/>
            </a:srgbClr>
          </a:solidFill>
          <a:ln w="12700">
            <a:solidFill>
              <a:srgbClr val="0F3460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E94560">
              <a:alpha val="30000"/>
            </a:srgbClr>
          </a:solidFill>
          <a:ln w="12700">
            <a:solidFill>
              <a:srgbClr val="E9456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474720"/>
            <a:ext cx="2011680" cy="2011680"/>
          </a:xfrm>
          <a:prstGeom prst="ellipse">
            <a:avLst/>
          </a:prstGeom>
          <a:solidFill>
            <a:srgbClr val="F5A623">
              <a:alpha val="28000"/>
            </a:srgbClr>
          </a:solidFill>
          <a:ln w="12700">
            <a:solidFill>
              <a:srgbClr val="F5A623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8" y="32004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23444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274320" y="221284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Intelligence Platform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74320" y="276148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Dawood University of Engineering &amp; Technology  ·  DUET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0" y="3182112"/>
            <a:ext cx="274320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71600" y="3383280"/>
            <a:ext cx="3474720" cy="566928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08760" y="3456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 Shahrukh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566160" y="3456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24F-CS-027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508760" y="37033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Computer Science  ·  DUET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212080" y="3383280"/>
            <a:ext cx="3474720" cy="566928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49240" y="3456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Sufyaan Malik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406640" y="3456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24F-CS-023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349240" y="37033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Computer Science  ·  DUET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371600" y="4069080"/>
            <a:ext cx="3474720" cy="566928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508760" y="4142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Saim Kamaal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566160" y="41422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24F-CS-009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508760" y="43891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Computer Science  ·  DUET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212080" y="4069080"/>
            <a:ext cx="3474720" cy="566928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49240" y="4142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Ubaid e Raza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406640" y="41422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24F-CS-001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349240" y="43891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Computer Science  ·  DUET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857</Words>
  <Application>Microsoft Office PowerPoint</Application>
  <PresentationFormat>On-screen Show (16:9)</PresentationFormat>
  <Paragraphs>254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Pizza Intelligence Platform</dc:title>
  <dc:subject>PptxGenJS Presentation</dc:subject>
  <dc:creator>PptxGenJS</dc:creator>
  <cp:lastModifiedBy>Abu Shahrukh Tariq Siddiqui</cp:lastModifiedBy>
  <cp:revision>2</cp:revision>
  <dcterms:created xsi:type="dcterms:W3CDTF">2026-05-06T06:55:40Z</dcterms:created>
  <dcterms:modified xsi:type="dcterms:W3CDTF">2026-05-06T07:01:38Z</dcterms:modified>
</cp:coreProperties>
</file>